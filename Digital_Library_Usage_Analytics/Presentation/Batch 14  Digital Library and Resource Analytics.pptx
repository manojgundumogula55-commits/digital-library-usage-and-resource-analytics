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media/image12.jpg" ContentType="image/jpeg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notesMasterIdLst>
    <p:notesMasterId r:id="rId16"/>
  </p:notesMasterIdLst>
  <p:sldIdLst>
    <p:sldId id="256" r:id="rId5"/>
    <p:sldId id="267" r:id="rId6"/>
    <p:sldId id="257" r:id="rId7"/>
    <p:sldId id="258" r:id="rId8"/>
    <p:sldId id="261" r:id="rId9"/>
    <p:sldId id="260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>
        <p:scale>
          <a:sx n="150" d="100"/>
          <a:sy n="150" d="100"/>
        </p:scale>
        <p:origin x="8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9T04:58:02.7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17407,'1581'0'0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9T04:58:15.0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15666,'0'376'0,"1873"-376"0,-1873-376 0,-1873 376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9T04:58:22.8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2434 31 4915,'50'23'14216,"-48"-20"-13856,1 0-1,-1 0 1,0 0 0,2 5 0,2 5-981,0 1 1,-1 0-1,6 28 0,-4-11 1531,-4-23-1996,-1 1-1,0 0 1,0 0 0,-1 1-1,0-1 1,-1 16 0,-1-20 753,0 0 0,0 0 1,0 0-1,-1 0 0,0 0 1,0 0-1,0 0 1,0-1-1,-1 1 0,0-1 1,0 1-1,0-1 1,-4 5-1,1-3 224,0 0 0,0-1 0,-1 1 0,0-1 0,0 0 0,0-1 0,0 0 0,-1 0 0,1 0-1,-1-1 1,0 0 0,0-1 0,0 0 0,-1 0 0,1-1 0,0 0 0,-1 0 0,1-1 0,-10 0 0,-888-4 960,888 5-759,1 1 0,-1 1 0,-20 5 1,17-3 668,-37 4 0,30-6 943,-35 8 1,38-5 142,-1-2-1,-28 1 0,-190-1-7106,-124-6 11894,176 0-3937,64 2-3713,124 0 995,0 0-1,0 0 1,0 0 0,0 0-1,0-1 1,0 0-1,0 0 1,0 0 0,0 0-1,1 0 1,-1-1-1,0 0 1,1 1-1,-1-1 1,1-1 0,0 1-1,-1 0 1,1-1-1,0 0 1,1 0 0,-1 0-1,0 0 1,1 0-1,0 0 1,-1-1 0,1 1-1,1-1 1,-1 1-1,0-1 1,1 0-1,-1-4 1,-17-46-2609,13 36 3183,1 0-1,1 0 1,1 0-1,0-1 1,1-19-1,0 0-552,1 24 0,0-1 0,1 1 0,0-1 0,1 1 0,1-1 0,6-25 0,-7 38 0,0-1 0,0 1 0,0 0 0,1 0 0,-1 1 0,1-1 0,-1 0 0,1 0 0,-1 1 0,1-1 0,0 1 0,0-1 0,0 1 0,0 0 0,3-2 0,12-4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9T04:58:26.0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1359 645 4915,'-67'-6'13450,"-29"-16"-11476,60 12-2314,-48-6 1,38 8 339,1-2 0,-72-26 0,44 12 0,45 16 0,-35-11 0,-65-29 0,115 43 0,0 1 0,0 0 0,0 1 0,-17-2 0,-25-6 0,-137-49-1937,131 45-85,43 12 1919,0-2 1,0 0-1,1 0 1,-31-15-1,43 17 115,1 0 1,0 0-1,-1 0 0,1 0 1,0-1-1,0 1 0,1-1 0,-1 0 1,1 0-1,0-1 0,0 1 1,1-1-1,-1 1 0,1-1 1,0 0-1,0 0 0,0 0 0,1 0 1,0 0-1,0 0 0,-1-8 1,1 7 65,1-1 0,-1 1 0,1 0-1,0-1 1,1 1 0,-1 0 0,1-1 0,1 1 0,-1 0 0,1 0 0,0 0 0,0 0 0,1 0 0,0 1 0,0-1 0,0 1 0,1-1 0,-1 1 0,1 0 0,0 1 0,1-1 0,-1 1 0,1 0 0,0 0 0,0 0 0,1 0 0,10-4 0,-10 4 289,0 0-250,0 0 1,0 0 0,1 1 0,0 0 0,-1 0 0,1 0 0,0 1 0,0 0 0,0 0 0,1 1 0,-1 0 0,0 0 0,13 1 0,-3 5-118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9T04:58:44.6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3656 598 4915,'-42'-36'14187,"-29"-12"-13578,8 6-660,15 5 51,19 14 0,-1 1 0,0 2 0,-38-19 0,9 9-3,-62-45 1,74 45-33,24 15-127,5 3 5,-1 0 0,0 1 0,-1 0 0,0 2 0,0 0 0,-35-8-1,-45-1-1582,-1 5 0,-202 0-1,183 13 987,-317 11-3386,-115-2 1464,334-12 2024,209 3 655,-19 1 105,1-1-1,-1-1 1,1-2 0,0-1 0,-39-10 0,33 5 721,-46-7 0,-2 1 879,52 10-758,1 2 1,-1 1-1,0 1 1,-39 4 0,-5-1 143,-275-2-656,334 0-361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9T04:58:47.2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4915,'0'0'0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5T13:12:19.7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3249 399 24575,'-35'-2'0,"0"-2"0,0-1 0,1-2 0,-47-15 0,35 9 0,-18-6 0,34 9 0,-2 2 0,0 0 0,-53-5 0,57 11 0,0-3 0,-48-12 0,-13-3 0,-22-2 0,-43-1 0,99 13 0,37 6 0,0 1 0,-24-1 0,-2 3 0,8 1 0,0-1 0,-51-10 0,-63-12 0,77 11 0,-1 3 0,-111 0 0,143 7 0,-50-7 0,50 3 0,-48 0 0,64 5 0,-48-9 0,47 6 0,-44-3 0,-87-7 0,95 6 0,-51-13 0,81 14 0,-1 0 0,1 3 0,-39-1 0,-326 6 0,395-1 0,-1 0 0,1 0 0,0 0 0,-1 0 0,1 1 0,0 0 0,0 0 0,0 0 0,0 0 0,0 0 0,0 0 0,0 1 0,0-1 0,0 1 0,1 0 0,-5 4 0,6-5 0,0 1 0,0 0 0,0-1 0,0 1 0,0 0 0,0 0 0,0 0 0,1 0 0,-1 0 0,1 0 0,-1 0 0,1 0 0,0 0 0,0 0 0,0 0 0,0 0 0,0 0 0,1 0 0,-1 0 0,0 0 0,1 0 0,0 0 0,-1 0 0,1 0 0,0-1 0,0 1 0,0 0 0,1 1 0,16 24 0,0-1 0,2-2 0,1 0 0,0-1 0,2-1 0,30 23 0,36 36 0,-78-70 0,0 1 0,0 0 0,-2 0 0,1 1 0,-2 1 0,8 13 0,-16-25 0,1-1 0,0 1 0,0-1 0,-1 1 0,1-1 0,0 0 0,0 1 0,0-1 0,1 0 0,-1 0 0,0 0 0,0 1 0,1-1 0,-1-1 0,1 1 0,-1 0 0,0 0 0,1 0 0,0-1 0,-1 1 0,1-1 0,-1 1 0,1-1 0,0 0 0,-1 0 0,1 0 0,0 0 0,-1 0 0,1 0 0,0 0 0,-1 0 0,3-1 0,5-2 0,0 0 0,-1 0 0,0-1 0,0-1 0,9-5 0,22-10 0,75 0 0,-77 14 0,1 3 0,-1 1 0,56 4 0,-18-1 0,-53 1 0,1 1 0,-1 1 0,1 1 0,41 15 0,24 5 0,-7-3 0,-56-14 0,0-1 0,0-2 0,40 5 0,-40-8 0,-1 2 0,43 12 0,-44-9 0,-1-2 0,1-1 0,36 3 0,-43-5 0,0 0 0,-1 1 0,1 1 0,-1 0 0,25 11 0,-19-7 0,42 10 0,-4-8 0,168 41 0,-141-32 0,-33-9 0,-25-5 0,46 2 0,14 2 0,-19 3 0,-1-2 0,105-1 0,-153-9 0,0 1 0,-1 1 0,1 0 0,20 6 0,-16-3 0,41 2 0,-40-6 0,37 9 0,-38-6 0,1-1 0,25 0 0,-26-2 0,1 1 0,26 6 0,-27-4 0,-1-1 0,1-1 0,36-1 0,-36-2 0,1 1 0,-1 2 0,29 5 0,-22-2 0,0-2 0,59 0 0,1 0 0,63 19 0,-90-12 0,-34-5 0,53 2 0,-23-9 231,-41 0-497,0 1 0,0 1 0,0 1 0,0 0 0,20 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5T13:12:32.46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1040 201 24575,'-531'0'0,"514"-1"0,1-1 0,-30-7 0,28 5 0,0 1 0,-21-1 0,-316 4 0,372 1 0,1 1 0,27 7 0,-26-5 0,0-1 0,20 1 0,37-3 0,-34-2 0,0 2 0,64 11 0,49 11 0,-103-17 0,0-2 0,99-4 0,-53-2 0,344 2 0,-420 1 0,-1 1 0,27 6 0,-24-4 0,37 3 0,-44-5 0,-1 0 0,20 5 0,28 4 0,8 0 0,-52-7 0,0-1 0,22 2 0,12-5 0,-27-1 0,1 2 0,-1 1 0,45 8 0,-48-5 0,41 2 0,-39-5 0,35 7 0,-31-4 0,0-2 0,-1-1 0,59-3 0,-57 0 0,1 0 0,-1 3 0,44 6 0,-18 0 0,0-2 0,1-3 0,62-5 0,-50 0 0,102 11 0,-17 2 0,-80-7 0,7 6 0,-52-5 0,44 1 0,-39-6 0,7 0 0,-1 1 0,61 11 0,-58-4 0,84 19 0,-105-21 0,0-2 0,0-1 0,35 0 0,-5 0 0,59 18 0,-62-12 0,-24-4 0,52 4 0,-52-8 0,37 8 0,-37-4 0,36 1 0,36 5 0,-66-5 0,35 0 0,-37-6 0,-4 0 0,0 1 0,-1 1 0,34 7 0,-24-3 0,0-2 0,1-1 0,0-2 0,41-4 0,4 1 0,272 2 0,-348 0 0,-1 0 0,1 0 0,-1-1 0,1 0 0,-1 1 0,0-2 0,1 1 0,4-3 0,-8 4 0,0-1 0,0 1 0,0-1 0,0 1 0,-1-1 0,1 0 0,0 1 0,0-1 0,-1 0 0,1 0 0,-1 1 0,1-1 0,0 0 0,-1 0 0,0 0 0,1 0 0,-1 0 0,1 0 0,-1 0 0,0 0 0,0 0 0,0 0 0,1 0 0,-1 0 0,0 0 0,0 0 0,0 0 0,-1 0 0,1 0 0,0 0 0,0 0 0,0 0 0,-1 0 0,1 0 0,-1 0 0,1 0 0,-1 1 0,1-1 0,-1 0 0,1 0 0,-1 0 0,0 0 0,-80-126 0,72 111 0,1 0 0,-7-24 0,-14-25 0,27 61 0,-1-2 0,-1-1 0,1 1 0,-2 0 0,1 0 0,-8-8 0,9 11 0,0 1 0,0 0 0,0 1 0,-1-1 0,1 0 0,0 1 0,-1 0 0,1 0 0,-1 0 0,1 0 0,-1 0 0,1 1 0,-8-1 0,-146 3 0,-19-2 0,148-4 0,0-1 0,0-2 0,-27-10 0,30 9 0,0 1 0,0 0 0,-49-4 0,34 7 0,0-2 0,-74-22 0,-1 1 0,-105-19 0,137 25 0,66 16 0,0 0 0,-1 0 0,1 2 0,-29-2 0,15 4 0,-138 3 0,166-1 0,-1 0 0,0-1 0,1 1 0,-1 0 0,1 1 0,-1-1 0,1 1 0,0-1 0,-1 1 0,-3 3 0,7-5 0,-1 1 0,0 0 0,1-1 0,-1 1 0,1-1 0,-1 1 0,0 0 0,1-1 0,0 1 0,-1 0 0,1 0 0,-1-1 0,1 1 0,0 0 0,-1 0 0,1 0 0,0 0 0,0-1 0,0 1 0,0 0 0,0 0 0,0 0 0,0 0 0,0 0 0,0-1 0,0 1 0,0 0 0,1 0 0,-1 0 0,0-1 0,0 1 0,1 0 0,-1 0 0,1 0 0,-1-1 0,1 1 0,-1 0 0,1-1 0,-1 1 0,1 0 0,-1-1 0,1 1 0,0-1 0,0 1 0,-1-1 0,1 1 0,0-1 0,0 0 0,0 1 0,16 8 0,0 0 0,1-1 0,-1 0 0,1-2 0,1 0 0,-1-1 0,1-1 0,23 2 0,20 6 0,-38-8 0,1-1 0,45 0 0,-46-3 0,1 1 0,-1 1 0,27 6 0,-29-4 0,0-2 0,0 0 0,32-1 0,-31-1 0,1 0 0,43 8 0,-20 0 0,0-3 0,0-1 0,0-3 0,74-6 0,-47-6 0,-47 7 0,49-4 0,-54 8 0,18 1 0,1-3 0,55-9 0,102-20 0,-146 21 0,-30 6 0,1 0 0,34-1 0,-42 4 0,0 0 0,27-7 0,20-3 0,10 0 0,-53 7 0,1 1 0,23-2 0,598 4 0,-310 3 0,-253-1 0,87-3 0,-91-8 0,-47 5 0,49-2 0,12 9 0,66-4 0,-94-8 0,-44 6 0,0 1 0,25-2 0,249 5 0,-139 1 0,-136 1 0,-18 3 0,-25 5 0,-98 9 0,85-13 0,0-2 0,-1-1 0,-70-6 0,21 1 0,-48 0 0,-151 5 0,204 7 0,57-5 0,-47 2 0,-60 4 0,-10 0 0,-229-12 0,352 0 0,1-1 0,-23-6 0,-37-3 0,-372 10 0,306 2 0,189-1 0,0 2 0,56 9 0,-40-4 0,-1-2 0,0-3 0,57-5 0,-4 1 0,539 2 0,-626-1 0,0-1 0,25-6 0,-23 3 0,38-2 0,-38 7 0,1-2 0,45-9 0,-44 7 0,0 1 0,1 0 0,40 3 0,-37 1 0,-1-2 0,44-6 0,-1-2 0,1 3 0,127 6 0,-81 2 0,-34-1 0,94-3 0,-119-8 0,-44 6 0,1 1 0,23-2 0,279 5 220,-152 1-1805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5T13:12:41.84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5834 1 24575,'-1680'0'0,"1664"1"0,-1 1 0,-29 7 0,28-5 0,0-1 0,-21 1 0,-471-3 0,247-3 0,246 1 0,0 0 0,-29-8 0,29 5 0,-1 1 0,-21-1 0,-221 3 0,121 2 0,118 0 0,-1 2 0,-26 5 0,24-4 0,-37 3 0,-57-8 0,-51 2 0,58 21 0,66-14 0,22-3 0,0-1 0,-39 2 0,23-4 0,-50 9 0,18-2 0,43-4 0,1 0 0,-50 18 0,55-16 0,0 0 0,-1-1 0,0-1 0,-43 3 0,37-6 0,-47 9 0,26-3 0,-4 2 0,28-5 0,-49 3 0,45-6 0,-36 7 0,37-4 0,-44 1 0,40-4 0,-42 7 0,44-4 0,-50 1 0,47-6 0,-11-1 0,0 2 0,-75 12 0,19-2 0,3 0 0,70-7 0,1-2 0,-37-1 0,-15 1 0,-12 17-1365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5T13:12:19.7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3249 399 24575,'-35'-2'0,"0"-2"0,0-1 0,1-2 0,-47-15 0,35 9 0,-18-6 0,34 9 0,-2 2 0,0 0 0,-53-5 0,57 11 0,0-3 0,-48-12 0,-13-3 0,-22-2 0,-43-1 0,99 13 0,37 6 0,0 1 0,-24-1 0,-2 3 0,8 1 0,0-1 0,-51-10 0,-63-12 0,77 11 0,-1 3 0,-111 0 0,143 7 0,-50-7 0,50 3 0,-48 0 0,64 5 0,-48-9 0,47 6 0,-44-3 0,-87-7 0,95 6 0,-51-13 0,81 14 0,-1 0 0,1 3 0,-39-1 0,-326 6 0,395-1 0,-1 0 0,1 0 0,0 0 0,-1 0 0,1 1 0,0 0 0,0 0 0,0 0 0,0 0 0,0 0 0,0 0 0,0 1 0,0-1 0,0 1 0,1 0 0,-5 4 0,6-5 0,0 1 0,0 0 0,0-1 0,0 1 0,0 0 0,0 0 0,0 0 0,1 0 0,-1 0 0,1 0 0,-1 0 0,1 0 0,0 0 0,0 0 0,0 0 0,0 0 0,0 0 0,1 0 0,-1 0 0,0 0 0,1 0 0,0 0 0,-1 0 0,1 0 0,0-1 0,0 1 0,0 0 0,1 1 0,16 24 0,0-1 0,2-2 0,1 0 0,0-1 0,2-1 0,30 23 0,36 36 0,-78-70 0,0 1 0,0 0 0,-2 0 0,1 1 0,-2 1 0,8 13 0,-16-25 0,1-1 0,0 1 0,0-1 0,-1 1 0,1-1 0,0 0 0,0 1 0,0-1 0,1 0 0,-1 0 0,0 0 0,0 1 0,1-1 0,-1-1 0,1 1 0,-1 0 0,0 0 0,1 0 0,0-1 0,-1 1 0,1-1 0,-1 1 0,1-1 0,0 0 0,-1 0 0,1 0 0,0 0 0,-1 0 0,1 0 0,0 0 0,-1 0 0,3-1 0,5-2 0,0 0 0,-1 0 0,0-1 0,0-1 0,9-5 0,22-10 0,75 0 0,-77 14 0,1 3 0,-1 1 0,56 4 0,-18-1 0,-53 1 0,1 1 0,-1 1 0,1 1 0,41 15 0,24 5 0,-7-3 0,-56-14 0,0-1 0,0-2 0,40 5 0,-40-8 0,-1 2 0,43 12 0,-44-9 0,-1-2 0,1-1 0,36 3 0,-43-5 0,0 0 0,-1 1 0,1 1 0,-1 0 0,25 11 0,-19-7 0,42 10 0,-4-8 0,168 41 0,-141-32 0,-33-9 0,-25-5 0,46 2 0,14 2 0,-19 3 0,-1-2 0,105-1 0,-153-9 0,0 1 0,-1 1 0,1 0 0,20 6 0,-16-3 0,41 2 0,-40-6 0,37 9 0,-38-6 0,1-1 0,25 0 0,-26-2 0,1 1 0,26 6 0,-27-4 0,-1-1 0,1-1 0,36-1 0,-36-2 0,1 1 0,-1 2 0,29 5 0,-22-2 0,0-2 0,59 0 0,1 0 0,63 19 0,-90-12 0,-34-5 0,53 2 0,-23-9 231,-41 0-497,0 1 0,0 1 0,0 1 0,0 0 0,20 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5T13:12:32.46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1040 201 24575,'-531'0'0,"514"-1"0,1-1 0,-30-7 0,28 5 0,0 1 0,-21-1 0,-316 4 0,372 1 0,1 1 0,27 7 0,-26-5 0,0-1 0,20 1 0,37-3 0,-34-2 0,0 2 0,64 11 0,49 11 0,-103-17 0,0-2 0,99-4 0,-53-2 0,344 2 0,-420 1 0,-1 1 0,27 6 0,-24-4 0,37 3 0,-44-5 0,-1 0 0,20 5 0,28 4 0,8 0 0,-52-7 0,0-1 0,22 2 0,12-5 0,-27-1 0,1 2 0,-1 1 0,45 8 0,-48-5 0,41 2 0,-39-5 0,35 7 0,-31-4 0,0-2 0,-1-1 0,59-3 0,-57 0 0,1 0 0,-1 3 0,44 6 0,-18 0 0,0-2 0,1-3 0,62-5 0,-50 0 0,102 11 0,-17 2 0,-80-7 0,7 6 0,-52-5 0,44 1 0,-39-6 0,7 0 0,-1 1 0,61 11 0,-58-4 0,84 19 0,-105-21 0,0-2 0,0-1 0,35 0 0,-5 0 0,59 18 0,-62-12 0,-24-4 0,52 4 0,-52-8 0,37 8 0,-37-4 0,36 1 0,36 5 0,-66-5 0,35 0 0,-37-6 0,-4 0 0,0 1 0,-1 1 0,34 7 0,-24-3 0,0-2 0,1-1 0,0-2 0,41-4 0,4 1 0,272 2 0,-348 0 0,-1 0 0,1 0 0,-1-1 0,1 0 0,-1 1 0,0-2 0,1 1 0,4-3 0,-8 4 0,0-1 0,0 1 0,0-1 0,0 1 0,-1-1 0,1 0 0,0 1 0,0-1 0,-1 0 0,1 0 0,-1 1 0,1-1 0,0 0 0,-1 0 0,0 0 0,1 0 0,-1 0 0,1 0 0,-1 0 0,0 0 0,0 0 0,0 0 0,1 0 0,-1 0 0,0 0 0,0 0 0,0 0 0,-1 0 0,1 0 0,0 0 0,0 0 0,0 0 0,-1 0 0,1 0 0,-1 0 0,1 0 0,-1 1 0,1-1 0,-1 0 0,1 0 0,-1 0 0,0 0 0,-80-126 0,72 111 0,1 0 0,-7-24 0,-14-25 0,27 61 0,-1-2 0,-1-1 0,1 1 0,-2 0 0,1 0 0,-8-8 0,9 11 0,0 1 0,0 0 0,0 1 0,-1-1 0,1 0 0,0 1 0,-1 0 0,1 0 0,-1 0 0,1 0 0,-1 0 0,1 1 0,-8-1 0,-146 3 0,-19-2 0,148-4 0,0-1 0,0-2 0,-27-10 0,30 9 0,0 1 0,0 0 0,-49-4 0,34 7 0,0-2 0,-74-22 0,-1 1 0,-105-19 0,137 25 0,66 16 0,0 0 0,-1 0 0,1 2 0,-29-2 0,15 4 0,-138 3 0,166-1 0,-1 0 0,0-1 0,1 1 0,-1 0 0,1 1 0,-1-1 0,1 1 0,0-1 0,-1 1 0,-3 3 0,7-5 0,-1 1 0,0 0 0,1-1 0,-1 1 0,1-1 0,-1 1 0,0 0 0,1-1 0,0 1 0,-1 0 0,1 0 0,-1-1 0,1 1 0,0 0 0,-1 0 0,1 0 0,0 0 0,0-1 0,0 1 0,0 0 0,0 0 0,0 0 0,0 0 0,0 0 0,0-1 0,0 1 0,0 0 0,1 0 0,-1 0 0,0-1 0,0 1 0,1 0 0,-1 0 0,1 0 0,-1-1 0,1 1 0,-1 0 0,1-1 0,-1 1 0,1 0 0,-1-1 0,1 1 0,0-1 0,0 1 0,-1-1 0,1 1 0,0-1 0,0 0 0,0 1 0,16 8 0,0 0 0,1-1 0,-1 0 0,1-2 0,1 0 0,-1-1 0,1-1 0,23 2 0,20 6 0,-38-8 0,1-1 0,45 0 0,-46-3 0,1 1 0,-1 1 0,27 6 0,-29-4 0,0-2 0,0 0 0,32-1 0,-31-1 0,1 0 0,43 8 0,-20 0 0,0-3 0,0-1 0,0-3 0,74-6 0,-47-6 0,-47 7 0,49-4 0,-54 8 0,18 1 0,1-3 0,55-9 0,102-20 0,-146 21 0,-30 6 0,1 0 0,34-1 0,-42 4 0,0 0 0,27-7 0,20-3 0,10 0 0,-53 7 0,1 1 0,23-2 0,598 4 0,-310 3 0,-253-1 0,87-3 0,-91-8 0,-47 5 0,49-2 0,12 9 0,66-4 0,-94-8 0,-44 6 0,0 1 0,25-2 0,249 5 0,-139 1 0,-136 1 0,-18 3 0,-25 5 0,-98 9 0,85-13 0,0-2 0,-1-1 0,-70-6 0,21 1 0,-48 0 0,-151 5 0,204 7 0,57-5 0,-47 2 0,-60 4 0,-10 0 0,-229-12 0,352 0 0,1-1 0,-23-6 0,-37-3 0,-372 10 0,306 2 0,189-1 0,0 2 0,56 9 0,-40-4 0,-1-2 0,0-3 0,57-5 0,-4 1 0,539 2 0,-626-1 0,0-1 0,25-6 0,-23 3 0,38-2 0,-38 7 0,1-2 0,45-9 0,-44 7 0,0 1 0,1 0 0,40 3 0,-37 1 0,-1-2 0,44-6 0,-1-2 0,1 3 0,127 6 0,-81 2 0,-34-1 0,94-3 0,-119-8 0,-44 6 0,1 1 0,23-2 0,279 5 220,-152 1-1805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5T13:12:41.84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5834 1 24575,'-1680'0'0,"1664"1"0,-1 1 0,-29 7 0,28-5 0,0-1 0,-21 1 0,-471-3 0,247-3 0,246 1 0,0 0 0,-29-8 0,29 5 0,-1 1 0,-21-1 0,-221 3 0,121 2 0,118 0 0,-1 2 0,-26 5 0,24-4 0,-37 3 0,-57-8 0,-51 2 0,58 21 0,66-14 0,22-3 0,0-1 0,-39 2 0,23-4 0,-50 9 0,18-2 0,43-4 0,1 0 0,-50 18 0,55-16 0,0 0 0,-1-1 0,0-1 0,-43 3 0,37-6 0,-47 9 0,26-3 0,-4 2 0,28-5 0,-49 3 0,45-6 0,-36 7 0,37-4 0,-44 1 0,40-4 0,-42 7 0,44-4 0,-50 1 0,47-6 0,-11-1 0,0 2 0,-75 12 0,19-2 0,3 0 0,70-7 0,1-2 0,-37-1 0,-15 1 0,-12 17-1365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5T13:12:44.30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2B181-B5E7-4325-B012-9519E1A7228A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41E93-AC18-4C07-B770-F526FECBE8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360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8/16/2026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8/16/2026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8/16/2026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8/16/2026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8/16/2026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8/16/2026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8/16/2026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8/16/2026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8/16/2026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8/16/2026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8/16/2026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843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5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customXml" Target="../ink/ink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5.png"/><Relationship Id="rId14" Type="http://schemas.openxmlformats.org/officeDocument/2006/relationships/customXml" Target="../ink/ink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customXml" Target="../ink/ink8.xml"/><Relationship Id="rId4" Type="http://schemas.openxmlformats.org/officeDocument/2006/relationships/image" Target="../media/image90.png"/><Relationship Id="rId9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2.xml"/><Relationship Id="rId5" Type="http://schemas.openxmlformats.org/officeDocument/2006/relationships/image" Target="../media/image15.png"/><Relationship Id="rId10" Type="http://schemas.openxmlformats.org/officeDocument/2006/relationships/image" Target="../media/image18.png"/><Relationship Id="rId4" Type="http://schemas.openxmlformats.org/officeDocument/2006/relationships/customXml" Target="../ink/ink11.xml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30775" y="2319085"/>
            <a:ext cx="9861630" cy="981335"/>
          </a:xfrm>
          <a:prstGeom prst="rect">
            <a:avLst/>
          </a:prstGeom>
          <a:noFill/>
          <a:ln/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3600" dirty="0">
                <a:ln w="0"/>
                <a:solidFill>
                  <a:srgbClr val="0070C0"/>
                </a:solidFill>
                <a:effectLst>
                  <a:innerShdw blurRad="114300">
                    <a:prstClr val="black"/>
                  </a:innerShdw>
                </a:effectLst>
              </a:rPr>
              <a:t>Digital Library Usage And Resource Analytics</a:t>
            </a:r>
          </a:p>
        </p:txBody>
      </p:sp>
      <p:sp>
        <p:nvSpPr>
          <p:cNvPr id="4" name="Text 1"/>
          <p:cNvSpPr/>
          <p:nvPr/>
        </p:nvSpPr>
        <p:spPr>
          <a:xfrm>
            <a:off x="2511706" y="1574750"/>
            <a:ext cx="6910086" cy="994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2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DAE</a:t>
            </a: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</a:t>
            </a:r>
            <a:r>
              <a:rPr lang="en-US" sz="2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Project Review-1 2026-27</a:t>
            </a: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1015D7-9C55-3369-6031-3A84DD047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891" y="509878"/>
            <a:ext cx="7554698" cy="99483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FA60859-1779-81E7-923A-895D2B6CBCDB}"/>
              </a:ext>
            </a:extLst>
          </p:cNvPr>
          <p:cNvSpPr/>
          <p:nvPr/>
        </p:nvSpPr>
        <p:spPr>
          <a:xfrm>
            <a:off x="1666241" y="5721843"/>
            <a:ext cx="9426164" cy="87324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FF0000"/>
                </a:solidFill>
                <a:latin typeface="Source Serif 4" panose="020B0604020202020204" charset="0"/>
                <a:ea typeface="Source Serif 4" panose="020B0604020202020204" charset="0"/>
              </a:rPr>
              <a:t>Department</a:t>
            </a:r>
            <a:r>
              <a:rPr lang="en-IN" sz="2400" dirty="0">
                <a:latin typeface="Source Serif 4" panose="020B0604020202020204" charset="0"/>
                <a:ea typeface="Source Serif 4" panose="020B0604020202020204" charset="0"/>
              </a:rPr>
              <a:t> : </a:t>
            </a:r>
            <a:r>
              <a:rPr lang="en-IN" sz="2400" dirty="0">
                <a:ln w="0"/>
                <a:solidFill>
                  <a:srgbClr val="0070C0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Source Serif 4" panose="020B0604020202020204" charset="0"/>
                <a:ea typeface="Source Serif 4" panose="020B0604020202020204" charset="0"/>
              </a:rPr>
              <a:t>Artificial Intelligence and Machine Learning</a:t>
            </a:r>
            <a:endParaRPr lang="en-IN" sz="2400" dirty="0">
              <a:solidFill>
                <a:srgbClr val="0070C0"/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  <a:latin typeface="Source Serif 4" panose="020B0604020202020204" charset="0"/>
              <a:ea typeface="Source Serif 4" panose="020B060402020202020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C781C5-F12E-EB34-3368-1884C57943AA}"/>
              </a:ext>
            </a:extLst>
          </p:cNvPr>
          <p:cNvSpPr/>
          <p:nvPr/>
        </p:nvSpPr>
        <p:spPr>
          <a:xfrm>
            <a:off x="683096" y="4714706"/>
            <a:ext cx="3743224" cy="89567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IN" dirty="0">
                <a:solidFill>
                  <a:srgbClr val="C00000"/>
                </a:solidFill>
              </a:rPr>
              <a:t>Presented</a:t>
            </a:r>
            <a:r>
              <a:rPr lang="en-IN" dirty="0"/>
              <a:t> </a:t>
            </a:r>
            <a:r>
              <a:rPr lang="en-IN" dirty="0">
                <a:solidFill>
                  <a:srgbClr val="C00000"/>
                </a:solidFill>
              </a:rPr>
              <a:t>by:</a:t>
            </a:r>
          </a:p>
          <a:p>
            <a:pPr lvl="1"/>
            <a:endParaRPr lang="en-IN" dirty="0">
              <a:solidFill>
                <a:srgbClr val="C00000"/>
              </a:solidFill>
            </a:endParaRPr>
          </a:p>
          <a:p>
            <a:pPr lvl="1"/>
            <a:r>
              <a:rPr lang="en-IN" dirty="0"/>
              <a:t>25B11AI316 – </a:t>
            </a:r>
            <a:r>
              <a:rPr lang="en-IN" dirty="0" err="1"/>
              <a:t>G.Sashank</a:t>
            </a:r>
            <a:endParaRPr lang="en-IN" dirty="0"/>
          </a:p>
          <a:p>
            <a:pPr lvl="1"/>
            <a:r>
              <a:rPr lang="en-IN" dirty="0"/>
              <a:t>25B11AI340 –</a:t>
            </a:r>
            <a:r>
              <a:rPr lang="en-IN" dirty="0" err="1"/>
              <a:t>G.Spandana</a:t>
            </a:r>
            <a:endParaRPr lang="en-IN" dirty="0"/>
          </a:p>
          <a:p>
            <a:pPr lvl="1"/>
            <a:r>
              <a:rPr lang="en-IN" dirty="0"/>
              <a:t>25B11AI385 – </a:t>
            </a:r>
            <a:r>
              <a:rPr lang="en-IN" dirty="0" err="1"/>
              <a:t>G.Manoj</a:t>
            </a:r>
            <a:endParaRPr lang="en-IN" dirty="0"/>
          </a:p>
          <a:p>
            <a:pPr lvl="1"/>
            <a:r>
              <a:rPr lang="en-IN" dirty="0">
                <a:ea typeface="Source Serif 4" panose="020B0604020202020204" charset="0"/>
              </a:rPr>
              <a:t>25B11AI520</a:t>
            </a:r>
            <a:r>
              <a:rPr lang="en-IN" dirty="0"/>
              <a:t> – </a:t>
            </a:r>
            <a:r>
              <a:rPr lang="en-IN" dirty="0" err="1">
                <a:ea typeface="Source Serif 4" panose="020B0604020202020204" charset="0"/>
              </a:rPr>
              <a:t>V.Pavithra</a:t>
            </a:r>
            <a:endParaRPr lang="en-IN" dirty="0">
              <a:ea typeface="Source Serif 4" panose="020B0604020202020204" charset="0"/>
            </a:endParaRPr>
          </a:p>
          <a:p>
            <a:pPr lvl="1"/>
            <a:r>
              <a:rPr lang="en-IN" dirty="0"/>
              <a:t>25B11AI527 – </a:t>
            </a:r>
            <a:r>
              <a:rPr lang="en-IN" dirty="0" err="1"/>
              <a:t>B.Harika</a:t>
            </a:r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EBB912-88ED-E763-10BC-803BC059581B}"/>
              </a:ext>
            </a:extLst>
          </p:cNvPr>
          <p:cNvSpPr txBox="1"/>
          <p:nvPr/>
        </p:nvSpPr>
        <p:spPr>
          <a:xfrm>
            <a:off x="7268705" y="3647601"/>
            <a:ext cx="38846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rgbClr val="C00000"/>
              </a:solidFill>
              <a:latin typeface="Source Serif 4" panose="020B0604020202020204" charset="0"/>
              <a:ea typeface="Source Serif 4" panose="020B0604020202020204" charset="0"/>
            </a:endParaRPr>
          </a:p>
          <a:p>
            <a:r>
              <a:rPr lang="en-IN" dirty="0">
                <a:solidFill>
                  <a:srgbClr val="C00000"/>
                </a:solidFill>
                <a:latin typeface="Source Serif 4" panose="020B0604020202020204" charset="0"/>
                <a:ea typeface="Source Serif 4" panose="020B0604020202020204" charset="0"/>
              </a:rPr>
              <a:t>Guided</a:t>
            </a:r>
            <a:r>
              <a:rPr lang="en-IN" dirty="0"/>
              <a:t> </a:t>
            </a:r>
            <a:r>
              <a:rPr lang="en-IN" dirty="0">
                <a:solidFill>
                  <a:srgbClr val="C00000"/>
                </a:solidFill>
                <a:latin typeface="Source Serif 4" panose="020B0604020202020204" charset="0"/>
                <a:ea typeface="Source Serif 4" panose="020B0604020202020204" charset="0"/>
              </a:rPr>
              <a:t>by</a:t>
            </a:r>
            <a:r>
              <a:rPr lang="en-IN" dirty="0">
                <a:solidFill>
                  <a:srgbClr val="C00000"/>
                </a:solidFill>
              </a:rPr>
              <a:t>:</a:t>
            </a:r>
          </a:p>
          <a:p>
            <a:endParaRPr lang="en-IN" dirty="0">
              <a:solidFill>
                <a:srgbClr val="C00000"/>
              </a:solidFill>
            </a:endParaRPr>
          </a:p>
          <a:p>
            <a:r>
              <a:rPr lang="en-IN" dirty="0"/>
              <a:t>             </a:t>
            </a:r>
            <a:r>
              <a:rPr lang="en-IN" dirty="0" err="1"/>
              <a:t>A.Chaithanya</a:t>
            </a:r>
            <a:r>
              <a:rPr lang="en-IN" dirty="0"/>
              <a:t> Sir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C2331C8-E7EF-3ED5-35E4-1DC3A40FDE34}"/>
                  </a:ext>
                </a:extLst>
              </p14:cNvPr>
              <p14:cNvContentPartPr/>
              <p14:nvPr/>
            </p14:nvContentPartPr>
            <p14:xfrm>
              <a:off x="11216360" y="6685200"/>
              <a:ext cx="569520" cy="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C2331C8-E7EF-3ED5-35E4-1DC3A40FDE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53360" y="6559200"/>
                <a:ext cx="69516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A67C2F3-6D16-5681-03BE-257EEB96980B}"/>
                  </a:ext>
                </a:extLst>
              </p14:cNvPr>
              <p14:cNvContentPartPr/>
              <p14:nvPr/>
            </p14:nvContentPartPr>
            <p14:xfrm>
              <a:off x="11259861" y="6574536"/>
              <a:ext cx="674398" cy="136008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A67C2F3-6D16-5681-03BE-257EEB96980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196884" y="6511402"/>
                <a:ext cx="799993" cy="2619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628E023-25A4-9EA1-27D4-B618A1B45527}"/>
                  </a:ext>
                </a:extLst>
              </p14:cNvPr>
              <p14:cNvContentPartPr/>
              <p14:nvPr/>
            </p14:nvContentPartPr>
            <p14:xfrm>
              <a:off x="11153360" y="6633360"/>
              <a:ext cx="915480" cy="1652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628E023-25A4-9EA1-27D4-B618A1B4552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090360" y="6570497"/>
                <a:ext cx="1041120" cy="2906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091CEB8-A043-EB51-0787-755C44BD4BC3}"/>
                  </a:ext>
                </a:extLst>
              </p14:cNvPr>
              <p14:cNvContentPartPr/>
              <p14:nvPr/>
            </p14:nvContentPartPr>
            <p14:xfrm>
              <a:off x="11529920" y="6453000"/>
              <a:ext cx="489240" cy="232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091CEB8-A043-EB51-0787-755C44BD4BC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466920" y="6390000"/>
                <a:ext cx="61488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8A84CB0-994F-5E00-25AA-6A6CFAA3C41C}"/>
                  </a:ext>
                </a:extLst>
              </p14:cNvPr>
              <p14:cNvContentPartPr/>
              <p14:nvPr/>
            </p14:nvContentPartPr>
            <p14:xfrm>
              <a:off x="10680600" y="6368256"/>
              <a:ext cx="1316520" cy="2156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8A84CB0-994F-5E00-25AA-6A6CFAA3C41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617600" y="6305151"/>
                <a:ext cx="1442160" cy="3414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6053F6A-B537-98DD-9E7D-743BD238CFBC}"/>
                  </a:ext>
                </a:extLst>
              </p14:cNvPr>
              <p14:cNvContentPartPr/>
              <p14:nvPr/>
            </p14:nvContentPartPr>
            <p14:xfrm>
              <a:off x="9576195" y="4959388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6053F6A-B537-98DD-9E7D-743BD238CFB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513195" y="4896388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290" y="183958"/>
            <a:ext cx="1343002" cy="4213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19117" y="1435031"/>
            <a:ext cx="5960432" cy="4794673"/>
          </a:xfrm>
          <a:prstGeom prst="rect">
            <a:avLst/>
          </a:prstGeom>
        </p:spPr>
        <p:txBody>
          <a:bodyPr vert="horz" wrap="square" lIns="0" tIns="14568" rIns="0" bIns="0" rtlCol="0">
            <a:spAutoFit/>
          </a:bodyPr>
          <a:lstStyle/>
          <a:p>
            <a:pPr marL="414640" indent="-403433" algn="just">
              <a:spcBef>
                <a:spcPts val="1818"/>
              </a:spcBef>
              <a:buAutoNum type="arabicPeriod"/>
              <a:tabLst>
                <a:tab pos="344039" algn="l"/>
              </a:tabLst>
            </a:pPr>
            <a:r>
              <a:rPr lang="en-US" sz="2118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14640" indent="-403433" algn="just">
              <a:spcBef>
                <a:spcPts val="1818"/>
              </a:spcBef>
              <a:buAutoNum type="arabicPeriod"/>
              <a:tabLst>
                <a:tab pos="344039" algn="l"/>
              </a:tabLst>
            </a:pPr>
            <a:r>
              <a:rPr lang="en-US" sz="2118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414640" indent="-403433" algn="just">
              <a:spcBef>
                <a:spcPts val="1818"/>
              </a:spcBef>
              <a:buAutoNum type="arabicPeriod"/>
              <a:tabLst>
                <a:tab pos="344039" algn="l"/>
              </a:tabLst>
            </a:pPr>
            <a:r>
              <a:rPr lang="en-US" sz="211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 Statement</a:t>
            </a:r>
          </a:p>
          <a:p>
            <a:pPr marL="414640" indent="-403433" algn="just">
              <a:spcBef>
                <a:spcPts val="1818"/>
              </a:spcBef>
              <a:buAutoNum type="arabicPeriod"/>
              <a:tabLst>
                <a:tab pos="344039" algn="l"/>
              </a:tabLst>
            </a:pPr>
            <a:r>
              <a:rPr lang="en-US" sz="2118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14640" indent="-403433" algn="just">
              <a:spcBef>
                <a:spcPts val="1818"/>
              </a:spcBef>
              <a:buAutoNum type="arabicPeriod"/>
              <a:tabLst>
                <a:tab pos="344039" algn="l"/>
              </a:tabLst>
            </a:pPr>
            <a:r>
              <a:rPr lang="en-US" sz="2118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information</a:t>
            </a:r>
          </a:p>
          <a:p>
            <a:pPr marL="414640" indent="-403433" algn="just">
              <a:spcBef>
                <a:spcPts val="1818"/>
              </a:spcBef>
              <a:buAutoNum type="arabicPeriod"/>
              <a:tabLst>
                <a:tab pos="344039" algn="l"/>
              </a:tabLst>
            </a:pPr>
            <a:r>
              <a:rPr lang="en-US" sz="2118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 Used</a:t>
            </a:r>
          </a:p>
          <a:p>
            <a:pPr marL="414640" indent="-403433" algn="just">
              <a:spcBef>
                <a:spcPts val="1818"/>
              </a:spcBef>
              <a:buAutoNum type="arabicPeriod"/>
              <a:tabLst>
                <a:tab pos="344039" algn="l"/>
              </a:tabLst>
            </a:pPr>
            <a:r>
              <a:rPr lang="en-US" sz="2118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implementation (Code) and Output</a:t>
            </a:r>
          </a:p>
          <a:p>
            <a:pPr marL="414640" indent="-403433" algn="just">
              <a:spcBef>
                <a:spcPts val="1818"/>
              </a:spcBef>
              <a:buAutoNum type="arabicPeriod"/>
              <a:tabLst>
                <a:tab pos="344039" algn="l"/>
              </a:tabLst>
            </a:pPr>
            <a:r>
              <a:rPr lang="en-US" sz="2118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14640" indent="-403433" algn="just">
              <a:spcBef>
                <a:spcPts val="1818"/>
              </a:spcBef>
              <a:buAutoNum type="arabicPeriod"/>
              <a:tabLst>
                <a:tab pos="344039" algn="l"/>
              </a:tabLst>
            </a:pPr>
            <a:endParaRPr lang="en-US" sz="211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3"/>
          <p:cNvGrpSpPr/>
          <p:nvPr/>
        </p:nvGrpSpPr>
        <p:grpSpPr>
          <a:xfrm>
            <a:off x="3810000" y="29709"/>
            <a:ext cx="4706471" cy="1057333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1588" dirty="0"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4838950" y="252434"/>
            <a:ext cx="2517962" cy="340633"/>
          </a:xfrm>
          <a:prstGeom prst="rect">
            <a:avLst/>
          </a:prstGeom>
        </p:spPr>
        <p:txBody>
          <a:bodyPr vert="horz" wrap="square" lIns="0" tIns="14568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1206" algn="ctr">
              <a:spcBef>
                <a:spcPts val="115"/>
              </a:spcBef>
            </a:pPr>
            <a:r>
              <a:rPr lang="en-IN" sz="2118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sz="1941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BBB963-9ED8-4E29-1F08-23D3B52D08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4992" y="1857915"/>
            <a:ext cx="4953000" cy="2476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reflection blurRad="6350" stA="50000" endA="300" endPos="55500" dist="101600" dir="5400000" sy="-100000" algn="bl" rotWithShape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33C198-B166-F1AE-E0D9-8258CE392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4A04A36-9C8B-D065-2A1E-1A18C5166BA6}"/>
                  </a:ext>
                </a:extLst>
              </p14:cNvPr>
              <p14:cNvContentPartPr/>
              <p14:nvPr/>
            </p14:nvContentPartPr>
            <p14:xfrm>
              <a:off x="5326717" y="4404397"/>
              <a:ext cx="1526040" cy="320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4A04A36-9C8B-D065-2A1E-1A18C5166B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64077" y="4341757"/>
                <a:ext cx="1651680" cy="44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633DB97-6FE6-96DC-7190-FF2120C65BFF}"/>
                  </a:ext>
                </a:extLst>
              </p14:cNvPr>
              <p14:cNvContentPartPr/>
              <p14:nvPr/>
            </p14:nvContentPartPr>
            <p14:xfrm>
              <a:off x="6535237" y="4404397"/>
              <a:ext cx="3118320" cy="217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633DB97-6FE6-96DC-7190-FF2120C65BF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72237" y="4341397"/>
                <a:ext cx="3243960" cy="3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CA1B2C4-B30F-25F3-10A5-8E079E3376E0}"/>
                  </a:ext>
                </a:extLst>
              </p14:cNvPr>
              <p14:cNvContentPartPr/>
              <p14:nvPr/>
            </p14:nvContentPartPr>
            <p14:xfrm>
              <a:off x="8928157" y="4460197"/>
              <a:ext cx="2100600" cy="1112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CA1B2C4-B30F-25F3-10A5-8E079E3376E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865157" y="4397197"/>
                <a:ext cx="2226240" cy="236880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C957E596-A7C3-E826-4E4B-C99BEFF558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5459" y="218905"/>
            <a:ext cx="1640166" cy="49985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27E1F1B-B4A7-A3D9-88F6-31406A3640DF}"/>
              </a:ext>
            </a:extLst>
          </p:cNvPr>
          <p:cNvSpPr txBox="1"/>
          <p:nvPr/>
        </p:nvSpPr>
        <p:spPr>
          <a:xfrm>
            <a:off x="5423622" y="1085617"/>
            <a:ext cx="6003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endParaRPr lang="en-US" b="1" dirty="0">
              <a:solidFill>
                <a:srgbClr val="2E3C4E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What is Digital Library?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98F6B6-4A00-922C-C6F6-1EAEAAA0FAFE}"/>
              </a:ext>
            </a:extLst>
          </p:cNvPr>
          <p:cNvSpPr txBox="1"/>
          <p:nvPr/>
        </p:nvSpPr>
        <p:spPr>
          <a:xfrm>
            <a:off x="5779776" y="1791884"/>
            <a:ext cx="63258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ptos" panose="020B0004020202020204" pitchFamily="34" charset="0"/>
              </a:rPr>
              <a:t>A digital library is an organized, searchable collection of electronic resources that users can access remotely, without needing physical books or a physical location.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6AD931-2949-B29D-C310-5826270F5BDD}"/>
              </a:ext>
            </a:extLst>
          </p:cNvPr>
          <p:cNvSpPr txBox="1"/>
          <p:nvPr/>
        </p:nvSpPr>
        <p:spPr>
          <a:xfrm>
            <a:off x="5423622" y="2682642"/>
            <a:ext cx="60037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endParaRPr lang="en-US" b="1" dirty="0">
              <a:solidFill>
                <a:srgbClr val="2E3C4E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What are the key benefits of a Digital Library over a traditional library?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DA932C-97FD-DAE1-49EB-7C9E7A11CE94}"/>
              </a:ext>
            </a:extLst>
          </p:cNvPr>
          <p:cNvSpPr txBox="1"/>
          <p:nvPr/>
        </p:nvSpPr>
        <p:spPr>
          <a:xfrm>
            <a:off x="5703576" y="3699783"/>
            <a:ext cx="62598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Aptos" panose="020B0004020202020204" pitchFamily="34" charset="0"/>
              </a:rPr>
              <a:t>24/7 remote access from anywhere, without depending on library hours or a physical location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Aptos" panose="020B0004020202020204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Aptos" panose="020B0004020202020204" pitchFamily="34" charset="0"/>
              </a:rPr>
              <a:t>Fast, keyword-based search across large collections instead of manual browsing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Aptos" panose="020B0004020202020204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Aptos" panose="020B0004020202020204" pitchFamily="34" charset="0"/>
              </a:rPr>
              <a:t>Multiple users can access the same resource simultaneously, unlike single-copy physical books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>
              <a:latin typeface="Aptos" panose="020B0004020202020204" pitchFamily="34" charset="0"/>
            </a:endParaRPr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E96B6678-836B-69A9-3662-E5B4CEE188CE}"/>
              </a:ext>
            </a:extLst>
          </p:cNvPr>
          <p:cNvSpPr/>
          <p:nvPr/>
        </p:nvSpPr>
        <p:spPr>
          <a:xfrm>
            <a:off x="4595248" y="344890"/>
            <a:ext cx="2657960" cy="74774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400" b="1" dirty="0">
                <a:solidFill>
                  <a:srgbClr val="00B0F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Introduction</a:t>
            </a:r>
            <a:endParaRPr lang="en-US" sz="3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5C0515-4F9A-3ECA-2408-A86D6F8DB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0381EB2-69C9-C967-AE52-CED43A7E9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E0F05E-537A-0640-85A7-A1E51EE79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1504396-D204-FFB1-497E-930596C5BEE5}"/>
                  </a:ext>
                </a:extLst>
              </p14:cNvPr>
              <p14:cNvContentPartPr/>
              <p14:nvPr/>
            </p14:nvContentPartPr>
            <p14:xfrm>
              <a:off x="5326717" y="4404397"/>
              <a:ext cx="1526040" cy="320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1504396-D204-FFB1-497E-930596C5BEE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63717" y="4341397"/>
                <a:ext cx="1651680" cy="44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680D786-B38C-B538-4D23-A172CFA3F6A8}"/>
                  </a:ext>
                </a:extLst>
              </p14:cNvPr>
              <p14:cNvContentPartPr/>
              <p14:nvPr/>
            </p14:nvContentPartPr>
            <p14:xfrm>
              <a:off x="6535237" y="4404397"/>
              <a:ext cx="3118320" cy="217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680D786-B38C-B538-4D23-A172CFA3F6A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72237" y="4341397"/>
                <a:ext cx="3243960" cy="3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17FB138-0E44-0080-8912-7A009FFC691D}"/>
                  </a:ext>
                </a:extLst>
              </p14:cNvPr>
              <p14:cNvContentPartPr/>
              <p14:nvPr/>
            </p14:nvContentPartPr>
            <p14:xfrm>
              <a:off x="8928157" y="4460197"/>
              <a:ext cx="2100600" cy="1112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17FB138-0E44-0080-8912-7A009FFC691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65157" y="4397197"/>
                <a:ext cx="222624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5E58F95-9CB8-64DF-A9A9-A9203EFE195A}"/>
                  </a:ext>
                </a:extLst>
              </p14:cNvPr>
              <p14:cNvContentPartPr/>
              <p14:nvPr/>
            </p14:nvContentPartPr>
            <p14:xfrm>
              <a:off x="6138157" y="2138557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5E58F95-9CB8-64DF-A9A9-A9203EFE195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75157" y="2075557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DFD2FBD-3FAF-6A89-7D6F-1ED61D495CE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" y="7952"/>
            <a:ext cx="12162311" cy="685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916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C6A26E-9A6A-293D-D90D-5BA0C86DAF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305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2357B6-E0D8-28D3-C426-D6272E3623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666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4E6AAB-A316-4723-A2F7-4A581FC2A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173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2995C10-2D1C-4FB3-9F36-76C5222E1D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902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6DA2A1-8223-39FA-CE57-B79220CE1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2" y="0"/>
            <a:ext cx="1640166" cy="49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027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83197F-0C1D-E438-E858-2E8693485B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614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7883A7-B020-4E52-05F7-D47E6A434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544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6F8E51-CAAD-BF87-B6FF-86DD92800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20581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{2F778A86-7E16-42AC-BDDE-8F5EB3D4373D}TFf0a5ceae-4542-492d-822e-d65a94fb0e1e3b562c5a_win32-009a0557e699</Template>
  <TotalTime>243</TotalTime>
  <Words>160</Words>
  <Application>Microsoft Office PowerPoint</Application>
  <PresentationFormat>Widescreen</PresentationFormat>
  <Paragraphs>35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Barlow Bold</vt:lpstr>
      <vt:lpstr>Bookman Old Style</vt:lpstr>
      <vt:lpstr>Calibri</vt:lpstr>
      <vt:lpstr>Franklin Gothic Book</vt:lpstr>
      <vt:lpstr>Source Serif 4</vt:lpstr>
      <vt:lpstr>Times New Roman</vt:lpstr>
      <vt:lpstr>Wingdings</vt:lpstr>
      <vt:lpstr>Custom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chebrolu mounika</dc:creator>
  <cp:lastModifiedBy>chebrolu mounika</cp:lastModifiedBy>
  <cp:revision>6</cp:revision>
  <dcterms:created xsi:type="dcterms:W3CDTF">2026-08-15T13:11:19Z</dcterms:created>
  <dcterms:modified xsi:type="dcterms:W3CDTF">2026-08-16T14:54:20Z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