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928" autoAdjust="0"/>
  </p:normalViewPr>
  <p:slideViewPr>
    <p:cSldViewPr snapToGrid="0">
      <p:cViewPr>
        <p:scale>
          <a:sx n="66" d="100"/>
          <a:sy n="66" d="100"/>
        </p:scale>
        <p:origin x="1330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C5D6-9C0A-B139-69D0-66C1DE33D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5D826-2D43-873A-EE31-18FC5F5F5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24217-307F-C6F5-865A-8ADAD4E7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467EE-3000-B7FC-088A-2AFA99DB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2E42-F024-64AE-871B-6684DEB0F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94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30A6-22F1-0683-FE04-E8C876181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8659D-2B2E-E447-433A-84305ABE9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B1DA9-91DC-D8E9-BA71-A569EB3F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0DEFD-8F15-3290-2001-E0487742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B6827-E062-4A49-DFA0-DB085E50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21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7EE4-93F4-661C-5F1C-C264E131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F6D2E-092C-DF03-C9AB-CFDEA94EE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BAFCF-B0BE-1DFD-FE13-62975EF4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AE1C-0E05-7AB5-9463-4AA20958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F7DC-CEA6-26D1-E5ED-DEEA558F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73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F0EB-CFF2-E40E-BFDF-A3CEADB9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25020-3C3B-1EE2-2C81-C7F70DA10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C0093-E025-90E2-477B-274ABADD7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05008-F602-87DC-703C-59E62796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C30ED-D97C-6D32-18AF-B2888F23B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F5E9-A4A5-99E8-8F48-20D768E8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48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A5AB-5434-C334-0A8C-8C91D62D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B2C68-0B2C-9878-9F74-E0FFE663F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61073-2897-ECFC-A8E4-A00B67A72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E9043-8CE2-CD85-83A4-2FCDD2DF5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EB60D-F045-E774-A740-E94108F68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2864D-98CE-D23F-66DC-BEF8FF472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907BF-EE90-DBAB-535A-CAF4740B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585B1-912D-706C-45F6-FB358D0D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67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B50C-3436-4502-84B9-2BD3D68F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7DF3A0-40D4-C0E0-63EA-F4E98548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11626-6354-AD18-EF46-CA0B1EA9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E1AA9-8D41-0C0F-CB3B-8BAD65A8C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64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FBBE79-3AA9-8355-E36C-24542A1F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ACD977-1846-A84A-4979-8E2881DDA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DAA45-741C-FB09-73DC-13817804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95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69C4-AA84-958A-5FD4-9E1B0E9B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FD8-21B0-578A-CF0F-076A8D4DE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950B4-268E-57AB-347B-45C44D389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02798-E054-6F49-3858-AF51FD11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1E92C-DD6D-75E4-226C-3192B491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4294F-20FA-56B1-D30B-DBD621AB3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63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70E5-D094-B44A-6D1E-3628AA805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7D59D-2EA3-D8A2-8788-4023F923D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FEED2-EC86-21B1-DE27-21F2E4701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0412-AA94-30D8-2C9E-2219E7F6F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75F1F-4562-D3D1-710C-3D45ABBD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79146-241A-73BC-297C-233BA0ED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52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88DC-F699-B0C7-4C2A-2C887659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2E884-FFE0-8F41-C8D9-49D48BD23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FDD38-EBD6-7546-B7B3-B24EE16A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C7AF3-022E-F0CA-8180-8C8796A98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797C5-8140-D785-BBED-9B0677F9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88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A474CC-1482-DEDA-DE75-C871C219D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DA965-0AEB-5C59-C10F-CF91C7A5F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318A8-80CB-305B-4793-98A21907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AD693-826B-D75B-78A0-D7BDF33D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BB100-ACB2-8B8D-45A5-C67425BD8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21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80866-8D0D-664E-E529-F2CF9E910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C3CE8-74A9-AD17-461D-3CAE388A9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8359B-55AA-51A2-669A-816AA72CE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FCA9A-2B88-43E6-B83E-597AD2C4045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DCA96-F712-D040-0EC1-BA33D89BB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0FBE1-56E3-B037-B6D7-A4F32DCCE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B103C-022E-439D-BC3D-B5BCAAD07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C84AD-CD51-0EE0-4A73-BCA899FDA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1070" y="3979096"/>
            <a:ext cx="4975122" cy="2387600"/>
          </a:xfrm>
        </p:spPr>
        <p:txBody>
          <a:bodyPr>
            <a:normAutofit fontScale="90000"/>
          </a:bodyPr>
          <a:lstStyle/>
          <a:p>
            <a:br>
              <a:rPr lang="en-IN" dirty="0">
                <a:solidFill>
                  <a:srgbClr val="C00000"/>
                </a:solidFill>
              </a:rPr>
            </a:br>
            <a:br>
              <a:rPr lang="en-IN" dirty="0">
                <a:solidFill>
                  <a:srgbClr val="C00000"/>
                </a:solidFill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71697-A351-5857-C362-1AD4FC40F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132" y="3435403"/>
            <a:ext cx="3768215" cy="1952674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solidFill>
                  <a:srgbClr val="C00000"/>
                </a:solidFill>
              </a:rPr>
              <a:t>Presented</a:t>
            </a:r>
            <a:r>
              <a:rPr lang="en-IN" dirty="0"/>
              <a:t> </a:t>
            </a:r>
            <a:r>
              <a:rPr lang="en-IN" dirty="0">
                <a:solidFill>
                  <a:srgbClr val="C00000"/>
                </a:solidFill>
              </a:rPr>
              <a:t>by:</a:t>
            </a:r>
          </a:p>
          <a:p>
            <a:endParaRPr lang="en-IN" dirty="0">
              <a:solidFill>
                <a:srgbClr val="C00000"/>
              </a:solidFill>
            </a:endParaRPr>
          </a:p>
          <a:p>
            <a:pPr lvl="1"/>
            <a:r>
              <a:rPr lang="en-IN" dirty="0"/>
              <a:t> 25B11AI316 – </a:t>
            </a:r>
            <a:r>
              <a:rPr lang="en-IN" dirty="0" err="1"/>
              <a:t>G.Sashank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   25B11AI340 –</a:t>
            </a:r>
            <a:r>
              <a:rPr lang="en-IN" dirty="0" err="1"/>
              <a:t>G.Spandana</a:t>
            </a:r>
            <a:endParaRPr lang="en-IN" dirty="0"/>
          </a:p>
          <a:p>
            <a:pPr lvl="1"/>
            <a:r>
              <a:rPr lang="en-IN" dirty="0"/>
              <a:t>25B11AI385 – </a:t>
            </a:r>
            <a:r>
              <a:rPr lang="en-IN" dirty="0" err="1"/>
              <a:t>G.Manoj</a:t>
            </a:r>
            <a:endParaRPr lang="en-IN" dirty="0"/>
          </a:p>
          <a:p>
            <a:pPr lvl="1"/>
            <a:r>
              <a:rPr lang="en-IN" dirty="0">
                <a:ea typeface="Source Serif 4" panose="020B0604020202020204" charset="0"/>
              </a:rPr>
              <a:t>25B11AI520</a:t>
            </a:r>
            <a:r>
              <a:rPr lang="en-IN" dirty="0"/>
              <a:t> – </a:t>
            </a:r>
            <a:r>
              <a:rPr lang="en-IN" dirty="0" err="1">
                <a:ea typeface="Source Serif 4" panose="020B0604020202020204" charset="0"/>
              </a:rPr>
              <a:t>V.Pavithra</a:t>
            </a:r>
            <a:endParaRPr lang="en-IN" dirty="0">
              <a:ea typeface="Source Serif 4" panose="020B0604020202020204" charset="0"/>
            </a:endParaRPr>
          </a:p>
          <a:p>
            <a:pPr lvl="1"/>
            <a:r>
              <a:rPr lang="en-IN" dirty="0"/>
              <a:t>25B11AI527 – </a:t>
            </a:r>
            <a:r>
              <a:rPr lang="en-IN" dirty="0" err="1"/>
              <a:t>B.Harika</a:t>
            </a:r>
            <a:endParaRPr lang="en-IN" dirty="0"/>
          </a:p>
          <a:p>
            <a:endParaRPr lang="en-IN" dirty="0">
              <a:solidFill>
                <a:srgbClr val="C00000"/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BF758-8BF7-A796-A871-023B32062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49" y="254103"/>
            <a:ext cx="7819102" cy="10296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053F12-A47A-F6A8-62F4-BDCCCCE3160E}"/>
              </a:ext>
            </a:extLst>
          </p:cNvPr>
          <p:cNvSpPr txBox="1"/>
          <p:nvPr/>
        </p:nvSpPr>
        <p:spPr>
          <a:xfrm>
            <a:off x="3696928" y="126964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Analysis Essentials  Cornerstone Project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2DE20A-75DA-BB1C-8D46-659070247A95}"/>
              </a:ext>
            </a:extLst>
          </p:cNvPr>
          <p:cNvSpPr txBox="1"/>
          <p:nvPr/>
        </p:nvSpPr>
        <p:spPr>
          <a:xfrm>
            <a:off x="1227188" y="1900553"/>
            <a:ext cx="9440812" cy="646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4000"/>
              </a:lnSpc>
            </a:pPr>
            <a:r>
              <a:rPr lang="en-US" sz="3600" dirty="0">
                <a:ln w="0"/>
                <a:solidFill>
                  <a:srgbClr val="0070C0"/>
                </a:solidFill>
                <a:effectLst>
                  <a:innerShdw blurRad="114300">
                    <a:prstClr val="black"/>
                  </a:innerShdw>
                </a:effectLst>
              </a:rPr>
              <a:t>Digital Library Usage And Resource Analytics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9F7634-EF4F-802A-D0DA-64797FB49FD1}"/>
              </a:ext>
            </a:extLst>
          </p:cNvPr>
          <p:cNvSpPr txBox="1"/>
          <p:nvPr/>
        </p:nvSpPr>
        <p:spPr>
          <a:xfrm>
            <a:off x="7620000" y="37944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C00000"/>
                </a:solidFill>
                <a:latin typeface="Source Serif 4" panose="020B0604020202020204" charset="0"/>
                <a:ea typeface="Source Serif 4" panose="020B0604020202020204" charset="0"/>
              </a:rPr>
              <a:t>Guided</a:t>
            </a:r>
            <a:r>
              <a:rPr lang="en-IN" sz="1800" dirty="0"/>
              <a:t> </a:t>
            </a:r>
            <a:r>
              <a:rPr lang="en-IN" sz="1800" dirty="0">
                <a:solidFill>
                  <a:srgbClr val="C00000"/>
                </a:solidFill>
                <a:latin typeface="Source Serif 4" panose="020B0604020202020204" charset="0"/>
                <a:ea typeface="Source Serif 4" panose="020B0604020202020204" charset="0"/>
              </a:rPr>
              <a:t>by</a:t>
            </a:r>
            <a:r>
              <a:rPr lang="en-IN" sz="1800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F8FDF2-AE6F-E975-0212-04E799C9DA86}"/>
              </a:ext>
            </a:extLst>
          </p:cNvPr>
          <p:cNvSpPr txBox="1"/>
          <p:nvPr/>
        </p:nvSpPr>
        <p:spPr>
          <a:xfrm>
            <a:off x="8099323" y="4348428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/>
              <a:t>A.Chaithanya</a:t>
            </a:r>
            <a:r>
              <a:rPr lang="en-IN" sz="1800" dirty="0"/>
              <a:t> Sir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4CF4D6-6611-0364-E763-CCCAAD901348}"/>
              </a:ext>
            </a:extLst>
          </p:cNvPr>
          <p:cNvSpPr txBox="1"/>
          <p:nvPr/>
        </p:nvSpPr>
        <p:spPr>
          <a:xfrm>
            <a:off x="2235610" y="5905031"/>
            <a:ext cx="7477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Source Serif 4" panose="020B0604020202020204" charset="0"/>
                <a:ea typeface="Source Serif 4" panose="020B0604020202020204" charset="0"/>
              </a:rPr>
              <a:t>Department</a:t>
            </a:r>
            <a:r>
              <a:rPr lang="en-IN" sz="2400" dirty="0">
                <a:latin typeface="Source Serif 4" panose="020B0604020202020204" charset="0"/>
                <a:ea typeface="Source Serif 4" panose="020B0604020202020204" charset="0"/>
              </a:rPr>
              <a:t> : </a:t>
            </a:r>
            <a:r>
              <a:rPr lang="en-IN" sz="2400" dirty="0">
                <a:ln w="0"/>
                <a:solidFill>
                  <a:srgbClr val="0070C0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Source Serif 4" panose="020B0604020202020204" charset="0"/>
                <a:ea typeface="Source Serif 4" panose="020B0604020202020204" charset="0"/>
              </a:rPr>
              <a:t>Artificial Intelligence and Machine Learning</a:t>
            </a:r>
            <a:endParaRPr lang="en-IN" sz="2400" dirty="0">
              <a:solidFill>
                <a:srgbClr val="0070C0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Source Serif 4" panose="020B0604020202020204" charset="0"/>
              <a:ea typeface="Source Serif 4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8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A6946-8E97-AF53-1762-865655F4A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596" y="1018688"/>
            <a:ext cx="10515600" cy="5136306"/>
          </a:xfrm>
        </p:spPr>
        <p:txBody>
          <a:bodyPr>
            <a:no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Abstract</a:t>
            </a:r>
          </a:p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</a:p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System &amp; Limitations</a:t>
            </a:r>
          </a:p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System</a:t>
            </a:r>
          </a:p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Description</a:t>
            </a:r>
          </a:p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Requirements</a:t>
            </a:r>
          </a:p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Methodology</a:t>
            </a:r>
          </a:p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Dashboard</a:t>
            </a:r>
          </a:p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Expected Outputs</a:t>
            </a:r>
          </a:p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Workflow</a:t>
            </a:r>
          </a:p>
          <a:p>
            <a:pPr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A4AACA-22BD-3EDD-3ADA-F8553E998A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55907"/>
            <a:ext cx="10515600" cy="1325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5746D557-B303-5BB8-9410-391892646D4C}"/>
              </a:ext>
            </a:extLst>
          </p:cNvPr>
          <p:cNvGrpSpPr/>
          <p:nvPr/>
        </p:nvGrpSpPr>
        <p:grpSpPr>
          <a:xfrm>
            <a:off x="3224980" y="0"/>
            <a:ext cx="5334000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6933FA7A-CBB2-C956-D652-D2090202B01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77DB9A14-627A-EC3B-3865-64DC637843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C0550EAA-2F19-D775-FB0B-18E2ED480F8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39CDE974-ACFE-28AD-7480-B53BD509E3F5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B84DD7D-802B-102E-1082-F83AAB719A8F}"/>
              </a:ext>
            </a:extLst>
          </p:cNvPr>
          <p:cNvSpPr txBox="1"/>
          <p:nvPr/>
        </p:nvSpPr>
        <p:spPr>
          <a:xfrm>
            <a:off x="2654709" y="196401"/>
            <a:ext cx="6223819" cy="41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06" algn="ctr">
              <a:spcBef>
                <a:spcPts val="115"/>
              </a:spcBef>
            </a:pPr>
            <a:r>
              <a:rPr lang="en-IN" sz="2118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1941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2F69BE-89EA-4D0B-15B9-7EE52B272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24" y="235744"/>
            <a:ext cx="1640166" cy="4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8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CE709-90D1-7B4B-3269-0998A0A9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AF3C064B-359B-0350-7605-4B6F89963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461" y="0"/>
            <a:ext cx="12299808" cy="692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280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A7C67-C941-907D-CC27-93DB5E35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AAD10-9329-C542-2B0B-CD647B50C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2123767"/>
            <a:ext cx="11245645" cy="405319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A3730-3422-0A5B-5CD4-ED8863E71725}"/>
              </a:ext>
            </a:extLst>
          </p:cNvPr>
          <p:cNvSpPr txBox="1"/>
          <p:nvPr/>
        </p:nvSpPr>
        <p:spPr>
          <a:xfrm>
            <a:off x="3048000" y="301445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D04147-CF4C-82D1-035D-849F02C9B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5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FDFBF8-A3E7-E9E5-65CC-00633BABB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100919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AED86A5-1296-0296-EF6B-EE298ACD4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70379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D96F85-FBEE-B36B-B8E5-5A2343B71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9901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9017B-BA98-70BB-ED71-CF0D21D3D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5295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14E193-5D24-7586-6578-79E30974F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7891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D415B9-B956-FBFE-E37B-ABC4CC6AF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99575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286593-37DB-7D87-ED7A-222A8EB79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68777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780B8-46B1-7999-E24F-6EB9335D6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22902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2DB76E-750E-2D29-422C-99B0C4674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3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91</Words>
  <Application>Microsoft Office PowerPoint</Application>
  <PresentationFormat>Widescreen</PresentationFormat>
  <Paragraphs>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Source Serif 4</vt:lpstr>
      <vt:lpstr>Times New Roman</vt:lpstr>
      <vt:lpstr>Office Theme</vt:lpstr>
      <vt:lpstr>   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Sasi Chintu</dc:creator>
  <cp:lastModifiedBy>Sasi Chintu</cp:lastModifiedBy>
  <cp:revision>2</cp:revision>
  <dcterms:created xsi:type="dcterms:W3CDTF">2026-09-28T16:32:48Z</dcterms:created>
  <dcterms:modified xsi:type="dcterms:W3CDTF">2026-09-28T18:13:18Z</dcterms:modified>
</cp:coreProperties>
</file>